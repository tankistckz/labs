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6283" autoAdjust="0"/>
  </p:normalViewPr>
  <p:slideViewPr>
    <p:cSldViewPr snapToGrid="0">
      <p:cViewPr varScale="1">
        <p:scale>
          <a:sx n="76" d="100"/>
          <a:sy n="76" d="100"/>
        </p:scale>
        <p:origin x="126" y="79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8426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451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8661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114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329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67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141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82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4478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8460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150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9000">
              <a:schemeClr val="bg2">
                <a:lumMod val="75000"/>
              </a:schemeClr>
            </a:gs>
            <a:gs pos="100000">
              <a:schemeClr val="bg2">
                <a:lumMod val="50000"/>
              </a:schemeClr>
            </a:gs>
            <a:gs pos="50000">
              <a:schemeClr val="bg1">
                <a:tint val="98000"/>
                <a:satMod val="130000"/>
                <a:shade val="90000"/>
                <a:lumMod val="103000"/>
              </a:schemeClr>
            </a:gs>
            <a:gs pos="100000">
              <a:schemeClr val="bg1">
                <a:shade val="63000"/>
                <a:satMod val="12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D83674-2A59-4CF5-9E0A-B10C534D291C}" type="datetimeFigureOut">
              <a:rPr lang="ru-RU" smtClean="0"/>
              <a:t>02.11.2023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839D5-A1B3-4A90-BA05-E61D6F08F5A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584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t.me/TankistcKzBot" TargetMode="Externa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42E12-8700-47F7-921D-8FC221C0F1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6250" y="1473201"/>
            <a:ext cx="11239500" cy="2120899"/>
          </a:xfrm>
        </p:spPr>
        <p:txBody>
          <a:bodyPr>
            <a:noAutofit/>
          </a:bodyPr>
          <a:lstStyle/>
          <a:p>
            <a:r>
              <a:rPr lang="ru-RU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Индивидуальный итоговый проект: </a:t>
            </a:r>
            <a:br>
              <a:rPr lang="ru-RU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</a:br>
            <a:r>
              <a:rPr lang="en-US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Telegram</a:t>
            </a:r>
            <a:r>
              <a:rPr lang="ru-RU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-бот на </a:t>
            </a:r>
            <a:r>
              <a:rPr lang="en-US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python</a:t>
            </a:r>
            <a:r>
              <a:rPr lang="ru-RU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 с использованием </a:t>
            </a:r>
            <a:r>
              <a:rPr lang="en-US" sz="4800" dirty="0"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API</a:t>
            </a: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C46262-D30F-4C5E-81DD-16C2267A2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77400" y="4965700"/>
            <a:ext cx="2374900" cy="1727200"/>
          </a:xfrm>
        </p:spPr>
        <p:txBody>
          <a:bodyPr>
            <a:normAutofit/>
          </a:bodyPr>
          <a:lstStyle/>
          <a:p>
            <a:pPr algn="r"/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Создал</a:t>
            </a:r>
            <a:r>
              <a:rPr lang="en-US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:</a:t>
            </a:r>
          </a:p>
          <a:p>
            <a:pPr algn="r"/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 ученик </a:t>
            </a:r>
            <a:r>
              <a:rPr lang="en-US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11</a:t>
            </a:r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В</a:t>
            </a:r>
          </a:p>
          <a:p>
            <a:pPr algn="r"/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Сон Владимир</a:t>
            </a:r>
          </a:p>
        </p:txBody>
      </p:sp>
    </p:spTree>
    <p:extLst>
      <p:ext uri="{BB962C8B-B14F-4D97-AF65-F5344CB8AC3E}">
        <p14:creationId xmlns:p14="http://schemas.microsoft.com/office/powerpoint/2010/main" val="34660466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Текст 7">
            <a:extLst>
              <a:ext uri="{FF2B5EF4-FFF2-40B4-BE49-F238E27FC236}">
                <a16:creationId xmlns:a16="http://schemas.microsoft.com/office/drawing/2014/main" id="{E8FA5DCE-FD2E-4059-B3EE-FD826AEA7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1950" y="2392363"/>
            <a:ext cx="11468100" cy="2776537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Задачи: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dirty="0">
                <a:solidFill>
                  <a:schemeClr val="tx1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Подобрать и скачать подходящие библиотеки для бота.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arenR"/>
            </a:pPr>
            <a:r>
              <a:rPr lang="ru-RU" dirty="0">
                <a:solidFill>
                  <a:schemeClr val="tx1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Создать функции новостей, гороскопа, википедии, </a:t>
            </a:r>
            <a:r>
              <a:rPr lang="ru-RU" dirty="0" err="1">
                <a:solidFill>
                  <a:schemeClr val="tx1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танкопедии</a:t>
            </a:r>
            <a:r>
              <a:rPr lang="ru-RU" dirty="0">
                <a:solidFill>
                  <a:schemeClr val="tx1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, мемов.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ru-RU" dirty="0">
                <a:solidFill>
                  <a:schemeClr val="tx1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Написать код реализующий необходимые функции.</a:t>
            </a: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+mj-lt"/>
              <a:buAutoNum type="arabicParenR"/>
            </a:pPr>
            <a:r>
              <a:rPr lang="ru-RU" dirty="0">
                <a:solidFill>
                  <a:schemeClr val="tx1"/>
                </a:solidFill>
                <a:effectLst/>
                <a:latin typeface="Source Sans Pro SemiBold" panose="020B0603030403020204" pitchFamily="34" charset="0"/>
                <a:ea typeface="Source Sans Pro SemiBold" panose="020B0603030403020204" pitchFamily="34" charset="0"/>
                <a:cs typeface="Times New Roman" panose="02020603050405020304" pitchFamily="18" charset="0"/>
              </a:rPr>
              <a:t>Проверить работоспособность кода.</a:t>
            </a:r>
            <a:endParaRPr lang="ru-RU" dirty="0">
              <a:solidFill>
                <a:schemeClr val="tx1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</p:txBody>
      </p:sp>
      <p:sp>
        <p:nvSpPr>
          <p:cNvPr id="4" name="Текст 7">
            <a:extLst>
              <a:ext uri="{FF2B5EF4-FFF2-40B4-BE49-F238E27FC236}">
                <a16:creationId xmlns:a16="http://schemas.microsoft.com/office/drawing/2014/main" id="{D85887D2-AEC5-461A-A85F-7BB8E988DB8A}"/>
              </a:ext>
            </a:extLst>
          </p:cNvPr>
          <p:cNvSpPr txBox="1">
            <a:spLocks/>
          </p:cNvSpPr>
          <p:nvPr/>
        </p:nvSpPr>
        <p:spPr>
          <a:xfrm>
            <a:off x="361950" y="593726"/>
            <a:ext cx="10521950" cy="12477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Актуальность:</a:t>
            </a:r>
          </a:p>
          <a:p>
            <a:r>
              <a:rPr lang="ru-RU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Бот предназначен для удобного пользования людьми, играющими в Мир Танков.</a:t>
            </a:r>
          </a:p>
        </p:txBody>
      </p:sp>
    </p:spTree>
    <p:extLst>
      <p:ext uri="{BB962C8B-B14F-4D97-AF65-F5344CB8AC3E}">
        <p14:creationId xmlns:p14="http://schemas.microsoft.com/office/powerpoint/2010/main" val="63004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D0475-3D79-41E8-BC3B-B85374471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4394200"/>
            <a:ext cx="5892800" cy="1435100"/>
          </a:xfrm>
        </p:spPr>
        <p:txBody>
          <a:bodyPr>
            <a:normAutofit/>
          </a:bodyPr>
          <a:lstStyle/>
          <a:p>
            <a:pPr algn="ctr"/>
            <a:r>
              <a:rPr lang="en-US" sz="3600" i="1" dirty="0">
                <a:latin typeface="+mn-lt"/>
                <a:ea typeface="Source Sans Pro SemiBold" panose="020B0603030403020204" pitchFamily="34" charset="0"/>
                <a:hlinkClick r:id="rId2"/>
              </a:rPr>
              <a:t>https://t.me/TankistcKzBot</a:t>
            </a:r>
            <a:endParaRPr lang="ru-RU" sz="3600" i="1" dirty="0">
              <a:latin typeface="+mn-lt"/>
              <a:ea typeface="Source Sans Pro SemiBold" panose="020B0603030403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30B4DD-7C44-4830-8ED3-1045B774B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7900" y="1028700"/>
            <a:ext cx="3429000" cy="3429000"/>
          </a:xfrm>
          <a:prstGeom prst="rect">
            <a:avLst/>
          </a:prstGeom>
        </p:spPr>
      </p:pic>
      <p:sp>
        <p:nvSpPr>
          <p:cNvPr id="4" name="Подзаголовок 6">
            <a:extLst>
              <a:ext uri="{FF2B5EF4-FFF2-40B4-BE49-F238E27FC236}">
                <a16:creationId xmlns:a16="http://schemas.microsoft.com/office/drawing/2014/main" id="{B43FC5BE-C1EC-47C3-9F94-F0465CD21F66}"/>
              </a:ext>
            </a:extLst>
          </p:cNvPr>
          <p:cNvSpPr txBox="1">
            <a:spLocks/>
          </p:cNvSpPr>
          <p:nvPr/>
        </p:nvSpPr>
        <p:spPr>
          <a:xfrm>
            <a:off x="359432" y="1930400"/>
            <a:ext cx="6447768" cy="3651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ru-RU" sz="36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Чтобы начать пользоваться ботом введи</a:t>
            </a:r>
            <a:r>
              <a:rPr lang="en-US" sz="36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:</a:t>
            </a:r>
            <a:r>
              <a:rPr lang="ru-RU" sz="36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 </a:t>
            </a:r>
            <a:r>
              <a:rPr lang="en-US" sz="3600" dirty="0">
                <a:solidFill>
                  <a:schemeClr val="accent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/start</a:t>
            </a:r>
            <a:endParaRPr lang="ru-RU" sz="3600" dirty="0">
              <a:solidFill>
                <a:schemeClr val="accent1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5847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BE021-FDC6-4C48-8FF9-F082B0EBF2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1"/>
            <a:ext cx="9144000" cy="1017999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Возможности бота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DCD51E7B-E452-47AA-BFB7-162A7CAED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5157" y="1187508"/>
            <a:ext cx="3390900" cy="444500"/>
          </a:xfrm>
        </p:spPr>
        <p:txBody>
          <a:bodyPr/>
          <a:lstStyle/>
          <a:p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Танковый курс валют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B5D848-7070-4333-852E-29FE9FD165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72" y="1631051"/>
            <a:ext cx="3896269" cy="1286054"/>
          </a:xfrm>
          <a:prstGeom prst="roundRect">
            <a:avLst>
              <a:gd name="adj" fmla="val 12717"/>
            </a:avLst>
          </a:prstGeom>
        </p:spPr>
      </p:pic>
      <p:sp>
        <p:nvSpPr>
          <p:cNvPr id="11" name="Подзаголовок 6">
            <a:extLst>
              <a:ext uri="{FF2B5EF4-FFF2-40B4-BE49-F238E27FC236}">
                <a16:creationId xmlns:a16="http://schemas.microsoft.com/office/drawing/2014/main" id="{B6EADC83-0315-49AF-B4EE-873DADE712B9}"/>
              </a:ext>
            </a:extLst>
          </p:cNvPr>
          <p:cNvSpPr txBox="1">
            <a:spLocks/>
          </p:cNvSpPr>
          <p:nvPr/>
        </p:nvSpPr>
        <p:spPr>
          <a:xfrm>
            <a:off x="479726" y="4119557"/>
            <a:ext cx="3129234" cy="444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Показывать погоду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7AC7B31-8A03-42C4-805B-668DE94681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72" y="4816212"/>
            <a:ext cx="3343742" cy="1143160"/>
          </a:xfrm>
          <a:prstGeom prst="roundRect">
            <a:avLst>
              <a:gd name="adj" fmla="val 14449"/>
            </a:avLst>
          </a:prstGeom>
        </p:spPr>
      </p:pic>
      <p:sp>
        <p:nvSpPr>
          <p:cNvPr id="17" name="Подзаголовок 6">
            <a:extLst>
              <a:ext uri="{FF2B5EF4-FFF2-40B4-BE49-F238E27FC236}">
                <a16:creationId xmlns:a16="http://schemas.microsoft.com/office/drawing/2014/main" id="{FB689D5B-2939-45F3-BD04-D7DA4AA27043}"/>
              </a:ext>
            </a:extLst>
          </p:cNvPr>
          <p:cNvSpPr txBox="1">
            <a:spLocks/>
          </p:cNvSpPr>
          <p:nvPr/>
        </p:nvSpPr>
        <p:spPr>
          <a:xfrm>
            <a:off x="4776942" y="4119557"/>
            <a:ext cx="1840982" cy="444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Рандом(1-6)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7476783-217A-4E3E-9DD0-09FDA42972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168" y="4606633"/>
            <a:ext cx="2000529" cy="1562318"/>
          </a:xfrm>
          <a:prstGeom prst="roundRect">
            <a:avLst>
              <a:gd name="adj" fmla="val 11789"/>
            </a:avLst>
          </a:prstGeom>
        </p:spPr>
      </p:pic>
      <p:sp>
        <p:nvSpPr>
          <p:cNvPr id="21" name="Подзаголовок 6">
            <a:extLst>
              <a:ext uri="{FF2B5EF4-FFF2-40B4-BE49-F238E27FC236}">
                <a16:creationId xmlns:a16="http://schemas.microsoft.com/office/drawing/2014/main" id="{F973C1ED-B978-4B70-B28F-751EC1DB143D}"/>
              </a:ext>
            </a:extLst>
          </p:cNvPr>
          <p:cNvSpPr txBox="1">
            <a:spLocks/>
          </p:cNvSpPr>
          <p:nvPr/>
        </p:nvSpPr>
        <p:spPr>
          <a:xfrm>
            <a:off x="8267577" y="1187508"/>
            <a:ext cx="3129234" cy="4445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Новости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5DE3EFB-5298-4854-8A91-59E78009AE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652" y="1631051"/>
            <a:ext cx="4307083" cy="4975885"/>
          </a:xfrm>
          <a:prstGeom prst="roundRect">
            <a:avLst>
              <a:gd name="adj" fmla="val 5167"/>
            </a:avLst>
          </a:prstGeom>
        </p:spPr>
      </p:pic>
    </p:spTree>
    <p:extLst>
      <p:ext uri="{BB962C8B-B14F-4D97-AF65-F5344CB8AC3E}">
        <p14:creationId xmlns:p14="http://schemas.microsoft.com/office/powerpoint/2010/main" val="209604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дзаголовок 6">
            <a:extLst>
              <a:ext uri="{FF2B5EF4-FFF2-40B4-BE49-F238E27FC236}">
                <a16:creationId xmlns:a16="http://schemas.microsoft.com/office/drawing/2014/main" id="{4993D7DD-3BC7-4197-B546-39DCB73EAA5B}"/>
              </a:ext>
            </a:extLst>
          </p:cNvPr>
          <p:cNvSpPr txBox="1">
            <a:spLocks/>
          </p:cNvSpPr>
          <p:nvPr/>
        </p:nvSpPr>
        <p:spPr>
          <a:xfrm>
            <a:off x="1117600" y="463510"/>
            <a:ext cx="3390900" cy="444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Танковый гороскоп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053007-4AD0-4706-9C87-2EAD64FAAB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86" y="1002588"/>
            <a:ext cx="4677428" cy="5391902"/>
          </a:xfrm>
          <a:prstGeom prst="roundRect">
            <a:avLst>
              <a:gd name="adj" fmla="val 5806"/>
            </a:avLst>
          </a:prstGeom>
        </p:spPr>
      </p:pic>
      <p:sp>
        <p:nvSpPr>
          <p:cNvPr id="8" name="Подзаголовок 6">
            <a:extLst>
              <a:ext uri="{FF2B5EF4-FFF2-40B4-BE49-F238E27FC236}">
                <a16:creationId xmlns:a16="http://schemas.microsoft.com/office/drawing/2014/main" id="{4676C45A-0149-41C4-B2BC-37DBC18CE008}"/>
              </a:ext>
            </a:extLst>
          </p:cNvPr>
          <p:cNvSpPr txBox="1">
            <a:spLocks/>
          </p:cNvSpPr>
          <p:nvPr/>
        </p:nvSpPr>
        <p:spPr>
          <a:xfrm>
            <a:off x="7366000" y="463510"/>
            <a:ext cx="3390900" cy="444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Мемы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A73E0AB-D30C-4409-8939-D0E82465F3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8473" y="1152207"/>
            <a:ext cx="4505954" cy="4553585"/>
          </a:xfrm>
          <a:prstGeom prst="roundRect">
            <a:avLst>
              <a:gd name="adj" fmla="val 4266"/>
            </a:avLst>
          </a:prstGeom>
        </p:spPr>
      </p:pic>
    </p:spTree>
    <p:extLst>
      <p:ext uri="{BB962C8B-B14F-4D97-AF65-F5344CB8AC3E}">
        <p14:creationId xmlns:p14="http://schemas.microsoft.com/office/powerpoint/2010/main" val="3870761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Заголовок 12">
            <a:extLst>
              <a:ext uri="{FF2B5EF4-FFF2-40B4-BE49-F238E27FC236}">
                <a16:creationId xmlns:a16="http://schemas.microsoft.com/office/drawing/2014/main" id="{5FB996B6-ED8F-46F3-B5AC-36132B8D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770" y="0"/>
            <a:ext cx="3683000" cy="68738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Показывать </a:t>
            </a:r>
            <a:r>
              <a:rPr lang="ru-RU" sz="2400" dirty="0" err="1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танкопедию</a:t>
            </a:r>
            <a:endParaRPr lang="ru-RU" sz="2400" dirty="0"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2F625E4-76A8-45DD-BBB4-19FCE35F36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478" y="589675"/>
            <a:ext cx="4553585" cy="6268325"/>
          </a:xfrm>
          <a:prstGeom prst="roundRect">
            <a:avLst>
              <a:gd name="adj" fmla="val 3559"/>
            </a:avLst>
          </a:prstGeom>
        </p:spPr>
      </p:pic>
      <p:sp>
        <p:nvSpPr>
          <p:cNvPr id="17" name="Заголовок 12">
            <a:extLst>
              <a:ext uri="{FF2B5EF4-FFF2-40B4-BE49-F238E27FC236}">
                <a16:creationId xmlns:a16="http://schemas.microsoft.com/office/drawing/2014/main" id="{877F6C92-F7C5-4C84-840B-EEB97A3A8244}"/>
              </a:ext>
            </a:extLst>
          </p:cNvPr>
          <p:cNvSpPr txBox="1">
            <a:spLocks/>
          </p:cNvSpPr>
          <p:nvPr/>
        </p:nvSpPr>
        <p:spPr>
          <a:xfrm>
            <a:off x="7849551" y="2143917"/>
            <a:ext cx="2679700" cy="68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Полезные ссылки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7FB84D3-2897-4D21-BAAE-1C552097B1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579" y="863308"/>
            <a:ext cx="3261643" cy="786452"/>
          </a:xfrm>
          <a:prstGeom prst="rect">
            <a:avLst/>
          </a:prstGeom>
        </p:spPr>
      </p:pic>
      <p:sp>
        <p:nvSpPr>
          <p:cNvPr id="21" name="Заголовок 12">
            <a:extLst>
              <a:ext uri="{FF2B5EF4-FFF2-40B4-BE49-F238E27FC236}">
                <a16:creationId xmlns:a16="http://schemas.microsoft.com/office/drawing/2014/main" id="{192935EC-78E3-4808-BB66-0A6CCF45869D}"/>
              </a:ext>
            </a:extLst>
          </p:cNvPr>
          <p:cNvSpPr txBox="1">
            <a:spLocks/>
          </p:cNvSpPr>
          <p:nvPr/>
        </p:nvSpPr>
        <p:spPr>
          <a:xfrm>
            <a:off x="7449675" y="175920"/>
            <a:ext cx="3479450" cy="68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Время в Екатеринбурге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E4CA7B2-F7CF-4376-9817-18E6FF1072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181" y="2831305"/>
            <a:ext cx="5287341" cy="3079683"/>
          </a:xfrm>
          <a:prstGeom prst="roundRect">
            <a:avLst>
              <a:gd name="adj" fmla="val 8419"/>
            </a:avLst>
          </a:prstGeom>
        </p:spPr>
      </p:pic>
    </p:spTree>
    <p:extLst>
      <p:ext uri="{BB962C8B-B14F-4D97-AF65-F5344CB8AC3E}">
        <p14:creationId xmlns:p14="http://schemas.microsoft.com/office/powerpoint/2010/main" val="54692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C7B42-3E02-4A1B-B4EC-5CE2BF42C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Что такое </a:t>
            </a:r>
            <a:r>
              <a:rPr lang="en-US" sz="48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API</a:t>
            </a:r>
            <a:r>
              <a:rPr lang="ru-RU" sz="48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?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54781C-3752-408E-A0E0-BC956BC662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02" y="2693108"/>
            <a:ext cx="4913797" cy="2861326"/>
          </a:xfrm>
          <a:prstGeom prst="roundRect">
            <a:avLst>
              <a:gd name="adj" fmla="val 7245"/>
            </a:avLst>
          </a:prstGeom>
        </p:spPr>
      </p:pic>
      <p:sp>
        <p:nvSpPr>
          <p:cNvPr id="5" name="Заголовок 12">
            <a:extLst>
              <a:ext uri="{FF2B5EF4-FFF2-40B4-BE49-F238E27FC236}">
                <a16:creationId xmlns:a16="http://schemas.microsoft.com/office/drawing/2014/main" id="{B18D4B61-CD64-4308-A14A-08712391C999}"/>
              </a:ext>
            </a:extLst>
          </p:cNvPr>
          <p:cNvSpPr txBox="1">
            <a:spLocks/>
          </p:cNvSpPr>
          <p:nvPr/>
        </p:nvSpPr>
        <p:spPr>
          <a:xfrm>
            <a:off x="7777598" y="1074341"/>
            <a:ext cx="1595002" cy="6873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Примеры: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ECBF31F-F316-4DCA-A92D-BECB11B353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630" y="1759977"/>
            <a:ext cx="3043469" cy="2446481"/>
          </a:xfrm>
          <a:prstGeom prst="roundRect">
            <a:avLst>
              <a:gd name="adj" fmla="val 7842"/>
            </a:avLst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743D158A-0240-40E9-9030-30D3FC6777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6863" y="4319957"/>
            <a:ext cx="3876471" cy="2411043"/>
          </a:xfrm>
          <a:prstGeom prst="roundRect">
            <a:avLst>
              <a:gd name="adj" fmla="val 11926"/>
            </a:avLst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4752719-45AD-479E-8685-127CEA24C37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3003" y="1875228"/>
            <a:ext cx="3206494" cy="2119547"/>
          </a:xfrm>
          <a:prstGeom prst="roundRect">
            <a:avLst>
              <a:gd name="adj" fmla="val 10675"/>
            </a:avLst>
          </a:prstGeom>
        </p:spPr>
      </p:pic>
    </p:spTree>
    <p:extLst>
      <p:ext uri="{BB962C8B-B14F-4D97-AF65-F5344CB8AC3E}">
        <p14:creationId xmlns:p14="http://schemas.microsoft.com/office/powerpoint/2010/main" val="33994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CA56BB-F86B-42B8-A9A0-3BB099C61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90600"/>
          </a:xfrm>
        </p:spPr>
        <p:txBody>
          <a:bodyPr>
            <a:normAutofit/>
          </a:bodyPr>
          <a:lstStyle/>
          <a:p>
            <a:pPr algn="ctr"/>
            <a:r>
              <a:rPr lang="ru-RU" sz="48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Строение кода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B90968-E6BB-408B-B70D-BF0D85D1E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500" y="990601"/>
            <a:ext cx="4394200" cy="4444999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Использованные библиотеки: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pyTelegramAPI</a:t>
            </a:r>
            <a:endParaRPr lang="en-US" dirty="0">
              <a:solidFill>
                <a:schemeClr val="tx1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Wikipedia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Bs4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Random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Requests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Pyown</a:t>
            </a:r>
            <a:endParaRPr lang="en-US" dirty="0">
              <a:solidFill>
                <a:schemeClr val="tx1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tx1"/>
                </a:solidFill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os</a:t>
            </a:r>
            <a:endParaRPr lang="ru-RU" dirty="0">
              <a:solidFill>
                <a:schemeClr val="tx1"/>
              </a:solidFill>
              <a:latin typeface="Source Sans Pro SemiBold" panose="020B0603030403020204" pitchFamily="34" charset="0"/>
              <a:ea typeface="Source Sans Pro SemiBold" panose="020B0603030403020204" pitchFamily="34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99F78C-04A3-4C91-8743-56966C4CFC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8024" y="1396435"/>
            <a:ext cx="7083476" cy="4242082"/>
          </a:xfrm>
          <a:prstGeom prst="roundRect">
            <a:avLst>
              <a:gd name="adj" fmla="val 3494"/>
            </a:avLst>
          </a:prstGeom>
        </p:spPr>
      </p:pic>
    </p:spTree>
    <p:extLst>
      <p:ext uri="{BB962C8B-B14F-4D97-AF65-F5344CB8AC3E}">
        <p14:creationId xmlns:p14="http://schemas.microsoft.com/office/powerpoint/2010/main" val="1388727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E14C0A35-37A2-407D-9E6E-72F9C2D76F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201" y="1556809"/>
            <a:ext cx="6554115" cy="3267531"/>
          </a:xfrm>
          <a:prstGeom prst="roundRect">
            <a:avLst>
              <a:gd name="adj" fmla="val 2286"/>
            </a:avLst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5471CEA-0E3C-4EDA-95AF-6B0A27DAA8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51" y="182562"/>
            <a:ext cx="3642344" cy="6492875"/>
          </a:xfrm>
          <a:prstGeom prst="roundRect">
            <a:avLst>
              <a:gd name="adj" fmla="val 3069"/>
            </a:avLst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8D80A141-7378-4A1F-9E6A-8A2F218DAF08}"/>
              </a:ext>
            </a:extLst>
          </p:cNvPr>
          <p:cNvSpPr/>
          <p:nvPr/>
        </p:nvSpPr>
        <p:spPr>
          <a:xfrm>
            <a:off x="5422900" y="3178428"/>
            <a:ext cx="6256416" cy="1645912"/>
          </a:xfrm>
          <a:prstGeom prst="rect">
            <a:avLst/>
          </a:prstGeom>
          <a:solidFill>
            <a:srgbClr val="E71224">
              <a:alpha val="5000"/>
            </a:srgbClr>
          </a:solidFill>
          <a:ln w="18000">
            <a:solidFill>
              <a:srgbClr val="E712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E71224"/>
              </a:solidFill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12A2C50-3CF9-46AE-A066-EF238E6D4414}"/>
              </a:ext>
            </a:extLst>
          </p:cNvPr>
          <p:cNvCxnSpPr>
            <a:cxnSpLocks/>
          </p:cNvCxnSpPr>
          <p:nvPr/>
        </p:nvCxnSpPr>
        <p:spPr>
          <a:xfrm flipH="1" flipV="1">
            <a:off x="10007600" y="4584700"/>
            <a:ext cx="647700" cy="1409701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Заголовок 22">
            <a:extLst>
              <a:ext uri="{FF2B5EF4-FFF2-40B4-BE49-F238E27FC236}">
                <a16:creationId xmlns:a16="http://schemas.microsoft.com/office/drawing/2014/main" id="{B2A172CA-AF40-406D-8B03-3EEAA561C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100" y="5826962"/>
            <a:ext cx="4321175" cy="699042"/>
          </a:xfrm>
        </p:spPr>
        <p:txBody>
          <a:bodyPr>
            <a:normAutofit fontScale="90000"/>
          </a:bodyPr>
          <a:lstStyle/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Изменение кнопки над вводом</a:t>
            </a:r>
          </a:p>
        </p:txBody>
      </p: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F63E5E22-C7B1-4FF8-A7D8-A5583837C858}"/>
              </a:ext>
            </a:extLst>
          </p:cNvPr>
          <p:cNvCxnSpPr>
            <a:cxnSpLocks/>
          </p:cNvCxnSpPr>
          <p:nvPr/>
        </p:nvCxnSpPr>
        <p:spPr>
          <a:xfrm>
            <a:off x="5261688" y="991516"/>
            <a:ext cx="707645" cy="793246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Заголовок 22">
            <a:extLst>
              <a:ext uri="{FF2B5EF4-FFF2-40B4-BE49-F238E27FC236}">
                <a16:creationId xmlns:a16="http://schemas.microsoft.com/office/drawing/2014/main" id="{AFA97A40-1083-47EA-A91D-2E72AC56830E}"/>
              </a:ext>
            </a:extLst>
          </p:cNvPr>
          <p:cNvSpPr txBox="1">
            <a:spLocks/>
          </p:cNvSpPr>
          <p:nvPr/>
        </p:nvSpPr>
        <p:spPr>
          <a:xfrm>
            <a:off x="3970504" y="415722"/>
            <a:ext cx="1998829" cy="699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Выдаёт фото</a:t>
            </a:r>
          </a:p>
        </p:txBody>
      </p: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C2679820-5A80-489C-85C7-07EC2E1636DF}"/>
              </a:ext>
            </a:extLst>
          </p:cNvPr>
          <p:cNvCxnSpPr>
            <a:cxnSpLocks/>
          </p:cNvCxnSpPr>
          <p:nvPr/>
        </p:nvCxnSpPr>
        <p:spPr>
          <a:xfrm flipH="1">
            <a:off x="6959600" y="1274388"/>
            <a:ext cx="2832102" cy="1418012"/>
          </a:xfrm>
          <a:prstGeom prst="straightConnector1">
            <a:avLst/>
          </a:prstGeom>
          <a:ln w="63500">
            <a:solidFill>
              <a:srgbClr val="C0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Заголовок 22">
            <a:extLst>
              <a:ext uri="{FF2B5EF4-FFF2-40B4-BE49-F238E27FC236}">
                <a16:creationId xmlns:a16="http://schemas.microsoft.com/office/drawing/2014/main" id="{32BB550C-A635-4462-BA8C-2A090BB31B24}"/>
              </a:ext>
            </a:extLst>
          </p:cNvPr>
          <p:cNvSpPr txBox="1">
            <a:spLocks/>
          </p:cNvSpPr>
          <p:nvPr/>
        </p:nvSpPr>
        <p:spPr>
          <a:xfrm>
            <a:off x="9138274" y="681517"/>
            <a:ext cx="1998829" cy="6990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latin typeface="Source Sans Pro SemiBold" panose="020B0603030403020204" pitchFamily="34" charset="0"/>
                <a:ea typeface="Source Sans Pro SemiBold" panose="020B0603030403020204" pitchFamily="34" charset="0"/>
              </a:rPr>
              <a:t>Выдаёт текст</a:t>
            </a:r>
          </a:p>
        </p:txBody>
      </p:sp>
    </p:spTree>
    <p:extLst>
      <p:ext uri="{BB962C8B-B14F-4D97-AF65-F5344CB8AC3E}">
        <p14:creationId xmlns:p14="http://schemas.microsoft.com/office/powerpoint/2010/main" val="2234372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945</TotalTime>
  <Words>130</Words>
  <Application>Microsoft Office PowerPoint</Application>
  <PresentationFormat>Широкоэкранный</PresentationFormat>
  <Paragraphs>38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Source Sans Pro SemiBold</vt:lpstr>
      <vt:lpstr>Office Theme</vt:lpstr>
      <vt:lpstr>Индивидуальный итоговый проект:  Telegram-бот на python с использованием API</vt:lpstr>
      <vt:lpstr>Презентация PowerPoint</vt:lpstr>
      <vt:lpstr>https://t.me/TankistcKzBot</vt:lpstr>
      <vt:lpstr>Возможности бота</vt:lpstr>
      <vt:lpstr>Презентация PowerPoint</vt:lpstr>
      <vt:lpstr>Показывать танкопедию</vt:lpstr>
      <vt:lpstr>Что такое API?</vt:lpstr>
      <vt:lpstr>Строение кода</vt:lpstr>
      <vt:lpstr>Изменение кнопки над вводом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Telegram-бот на python с использованием API</dc:title>
  <dc:creator>Влачёртмир Сон</dc:creator>
  <cp:lastModifiedBy>Влачёртмир Сон</cp:lastModifiedBy>
  <cp:revision>31</cp:revision>
  <dcterms:created xsi:type="dcterms:W3CDTF">2023-10-31T11:01:50Z</dcterms:created>
  <dcterms:modified xsi:type="dcterms:W3CDTF">2023-11-02T09:32:28Z</dcterms:modified>
</cp:coreProperties>
</file>